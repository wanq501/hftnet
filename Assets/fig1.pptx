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405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FD05"/>
    <a:srgbClr val="5E88CF"/>
    <a:srgbClr val="EBEBEB"/>
    <a:srgbClr val="FFA900"/>
    <a:srgbClr val="FFAB00"/>
    <a:srgbClr val="FF0000"/>
    <a:srgbClr val="FEA500"/>
    <a:srgbClr val="0DCC33"/>
    <a:srgbClr val="FCA80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6A7C1A-1294-4CA6-8C2C-5C06D6C14AD6}">
  <a:tblStyle styleId="{716A7C1A-1294-4CA6-8C2C-5C06D6C14A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32" autoAdjust="0"/>
    <p:restoredTop sz="95337" autoAdjust="0"/>
  </p:normalViewPr>
  <p:slideViewPr>
    <p:cSldViewPr snapToGrid="0">
      <p:cViewPr>
        <p:scale>
          <a:sx n="10" d="100"/>
          <a:sy n="10" d="100"/>
        </p:scale>
        <p:origin x="2255" y="144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5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microsoft.com/office/2007/relationships/hdphoto" Target="../media/hdphoto2.wdp"/><Relationship Id="rId5" Type="http://schemas.openxmlformats.org/officeDocument/2006/relationships/image" Target="../media/image3.png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1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矩形 1034">
            <a:extLst>
              <a:ext uri="{FF2B5EF4-FFF2-40B4-BE49-F238E27FC236}">
                <a16:creationId xmlns:a16="http://schemas.microsoft.com/office/drawing/2014/main" id="{810D2D24-C321-E1DC-4F80-54DB360618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3732114" y="-16102721"/>
            <a:ext cx="38066914" cy="42982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6" name="图片 155" descr="飞机飞在天空中&#10;&#10;描述已自动生成">
            <a:extLst>
              <a:ext uri="{FF2B5EF4-FFF2-40B4-BE49-F238E27FC236}">
                <a16:creationId xmlns:a16="http://schemas.microsoft.com/office/drawing/2014/main" id="{BCAA923A-F987-1D8F-3F83-3FF7F4FD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6865" y="25947587"/>
            <a:ext cx="1015200" cy="1015200"/>
          </a:xfrm>
          <a:prstGeom prst="rect">
            <a:avLst/>
          </a:prstGeom>
        </p:spPr>
      </p:pic>
      <p:pic>
        <p:nvPicPr>
          <p:cNvPr id="142" name="图片 141" descr="飞机飞在云层上飞行&#10;&#10;描述已自动生成">
            <a:extLst>
              <a:ext uri="{FF2B5EF4-FFF2-40B4-BE49-F238E27FC236}">
                <a16:creationId xmlns:a16="http://schemas.microsoft.com/office/drawing/2014/main" id="{85973FB7-BC1D-9673-BE07-F42AB60B0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016518" y="25439987"/>
            <a:ext cx="1015200" cy="1015200"/>
          </a:xfrm>
          <a:prstGeom prst="rect">
            <a:avLst/>
          </a:prstGeom>
        </p:spPr>
      </p:pic>
      <p:pic>
        <p:nvPicPr>
          <p:cNvPr id="144" name="图片 143" descr="飞机飞在天空中&#10;&#10;描述已自动生成">
            <a:extLst>
              <a:ext uri="{FF2B5EF4-FFF2-40B4-BE49-F238E27FC236}">
                <a16:creationId xmlns:a16="http://schemas.microsoft.com/office/drawing/2014/main" id="{C19D17E4-DAA8-388E-1F94-19F4FA3E6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4467218" y="-21023978"/>
            <a:ext cx="1015200" cy="1015200"/>
          </a:xfrm>
          <a:prstGeom prst="rect">
            <a:avLst/>
          </a:prstGeom>
        </p:spPr>
      </p:pic>
      <p:pic>
        <p:nvPicPr>
          <p:cNvPr id="3434" name="图片 3433" descr="飞机飞过天空&#10;&#10;AI 生成的内容可能不正确。">
            <a:extLst>
              <a:ext uri="{FF2B5EF4-FFF2-40B4-BE49-F238E27FC236}">
                <a16:creationId xmlns:a16="http://schemas.microsoft.com/office/drawing/2014/main" id="{5639EAD4-01EC-8BD0-5C30-23C0E6658AA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000" r="25000"/>
          <a:stretch/>
        </p:blipFill>
        <p:spPr>
          <a:xfrm>
            <a:off x="9280136" y="-3839694"/>
            <a:ext cx="1015200" cy="1015200"/>
          </a:xfrm>
          <a:prstGeom prst="rect">
            <a:avLst/>
          </a:prstGeom>
        </p:spPr>
      </p:pic>
      <p:sp>
        <p:nvSpPr>
          <p:cNvPr id="3471" name="矩形 3470">
            <a:extLst>
              <a:ext uri="{FF2B5EF4-FFF2-40B4-BE49-F238E27FC236}">
                <a16:creationId xmlns:a16="http://schemas.microsoft.com/office/drawing/2014/main" id="{2BC24F3D-8DE8-25D6-FBF3-E786C19E1C20}"/>
              </a:ext>
            </a:extLst>
          </p:cNvPr>
          <p:cNvSpPr/>
          <p:nvPr/>
        </p:nvSpPr>
        <p:spPr>
          <a:xfrm>
            <a:off x="10070045" y="-3381404"/>
            <a:ext cx="83003" cy="62593"/>
          </a:xfrm>
          <a:prstGeom prst="rect">
            <a:avLst/>
          </a:prstGeom>
          <a:noFill/>
          <a:ln w="15240">
            <a:solidFill>
              <a:srgbClr val="06FD05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18" name="组合 2817">
            <a:extLst>
              <a:ext uri="{FF2B5EF4-FFF2-40B4-BE49-F238E27FC236}">
                <a16:creationId xmlns:a16="http://schemas.microsoft.com/office/drawing/2014/main" id="{A102B95D-C9E9-D01F-4217-1F7C49589450}"/>
              </a:ext>
            </a:extLst>
          </p:cNvPr>
          <p:cNvGrpSpPr/>
          <p:nvPr/>
        </p:nvGrpSpPr>
        <p:grpSpPr>
          <a:xfrm>
            <a:off x="-6388662" y="-4310257"/>
            <a:ext cx="3662331" cy="3662335"/>
            <a:chOff x="4654781" y="-2292996"/>
            <a:chExt cx="1015200" cy="1015200"/>
          </a:xfrm>
        </p:grpSpPr>
        <p:pic>
          <p:nvPicPr>
            <p:cNvPr id="3436" name="图片 3435" descr="飞机飞在天空中&#10;&#10;AI 生成的内容可能不正确。">
              <a:extLst>
                <a:ext uri="{FF2B5EF4-FFF2-40B4-BE49-F238E27FC236}">
                  <a16:creationId xmlns:a16="http://schemas.microsoft.com/office/drawing/2014/main" id="{EB37B34D-FC3A-7D64-9D78-C2640536FB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2933" t="19840" r="12840" b="20778"/>
            <a:stretch/>
          </p:blipFill>
          <p:spPr>
            <a:xfrm>
              <a:off x="4654781" y="-2292996"/>
              <a:ext cx="1015200" cy="1015200"/>
            </a:xfrm>
            <a:prstGeom prst="rect">
              <a:avLst/>
            </a:prstGeom>
          </p:spPr>
        </p:pic>
        <p:sp>
          <p:nvSpPr>
            <p:cNvPr id="3457" name="矩形 3456">
              <a:extLst>
                <a:ext uri="{FF2B5EF4-FFF2-40B4-BE49-F238E27FC236}">
                  <a16:creationId xmlns:a16="http://schemas.microsoft.com/office/drawing/2014/main" id="{021D1493-4383-B5C4-0F51-9E6B36001569}"/>
                </a:ext>
              </a:extLst>
            </p:cNvPr>
            <p:cNvSpPr/>
            <p:nvPr/>
          </p:nvSpPr>
          <p:spPr>
            <a:xfrm>
              <a:off x="5084330" y="-1751701"/>
              <a:ext cx="209550" cy="142875"/>
            </a:xfrm>
            <a:prstGeom prst="rect">
              <a:avLst/>
            </a:prstGeom>
            <a:noFill/>
            <a:ln w="76200">
              <a:solidFill>
                <a:srgbClr val="06FD05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17" name="组合 2816">
            <a:extLst>
              <a:ext uri="{FF2B5EF4-FFF2-40B4-BE49-F238E27FC236}">
                <a16:creationId xmlns:a16="http://schemas.microsoft.com/office/drawing/2014/main" id="{E3F1E1EF-A1C8-75D1-485E-06D736C0D2AA}"/>
              </a:ext>
            </a:extLst>
          </p:cNvPr>
          <p:cNvGrpSpPr/>
          <p:nvPr/>
        </p:nvGrpSpPr>
        <p:grpSpPr>
          <a:xfrm>
            <a:off x="2555517" y="-4310257"/>
            <a:ext cx="3662331" cy="3662335"/>
            <a:chOff x="3205734" y="-2312452"/>
            <a:chExt cx="1015200" cy="1015200"/>
          </a:xfrm>
        </p:grpSpPr>
        <p:pic>
          <p:nvPicPr>
            <p:cNvPr id="3439" name="图片 3438" descr="飞机在空中飞行的鸟&#10;&#10;AI 生成的内容可能不正确。">
              <a:extLst>
                <a:ext uri="{FF2B5EF4-FFF2-40B4-BE49-F238E27FC236}">
                  <a16:creationId xmlns:a16="http://schemas.microsoft.com/office/drawing/2014/main" id="{CFD7513A-848B-A8F9-8B13-507B3492BE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"/>
                      </a14:imgEffect>
                    </a14:imgLayer>
                  </a14:imgProps>
                </a:ext>
              </a:extLst>
            </a:blip>
            <a:srcRect l="23248" r="23248"/>
            <a:stretch/>
          </p:blipFill>
          <p:spPr>
            <a:xfrm>
              <a:off x="3205734" y="-2312452"/>
              <a:ext cx="1015200" cy="1015200"/>
            </a:xfrm>
            <a:prstGeom prst="rect">
              <a:avLst/>
            </a:prstGeom>
          </p:spPr>
        </p:pic>
        <p:sp>
          <p:nvSpPr>
            <p:cNvPr id="3459" name="矩形 3458">
              <a:extLst>
                <a:ext uri="{FF2B5EF4-FFF2-40B4-BE49-F238E27FC236}">
                  <a16:creationId xmlns:a16="http://schemas.microsoft.com/office/drawing/2014/main" id="{32805223-D0A4-CE35-3AB5-AFB6E9B3BFA9}"/>
                </a:ext>
              </a:extLst>
            </p:cNvPr>
            <p:cNvSpPr/>
            <p:nvPr/>
          </p:nvSpPr>
          <p:spPr>
            <a:xfrm>
              <a:off x="3532443" y="-1794289"/>
              <a:ext cx="447675" cy="278946"/>
            </a:xfrm>
            <a:prstGeom prst="rect">
              <a:avLst/>
            </a:prstGeom>
            <a:noFill/>
            <a:ln w="76200">
              <a:solidFill>
                <a:srgbClr val="06FD05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16" name="组合 2815">
            <a:extLst>
              <a:ext uri="{FF2B5EF4-FFF2-40B4-BE49-F238E27FC236}">
                <a16:creationId xmlns:a16="http://schemas.microsoft.com/office/drawing/2014/main" id="{38A21EDE-F959-6B1E-977F-40978108AFD8}"/>
              </a:ext>
            </a:extLst>
          </p:cNvPr>
          <p:cNvGrpSpPr/>
          <p:nvPr/>
        </p:nvGrpSpPr>
        <p:grpSpPr>
          <a:xfrm>
            <a:off x="-1935844" y="-4329525"/>
            <a:ext cx="3700874" cy="3700874"/>
            <a:chOff x="1632312" y="-2407211"/>
            <a:chExt cx="1171390" cy="1171389"/>
          </a:xfrm>
        </p:grpSpPr>
        <p:pic>
          <p:nvPicPr>
            <p:cNvPr id="17" name="图片 16" descr="飞机在空中飞行的鸟&#10;&#10;AI 生成的内容可能不正确。">
              <a:extLst>
                <a:ext uri="{FF2B5EF4-FFF2-40B4-BE49-F238E27FC236}">
                  <a16:creationId xmlns:a16="http://schemas.microsoft.com/office/drawing/2014/main" id="{D01069FF-C989-C94F-8AB0-DEB0410C6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8000"/>
                      </a14:imgEffect>
                    </a14:imgLayer>
                  </a14:imgProps>
                </a:ext>
              </a:extLst>
            </a:blip>
            <a:srcRect l="5223" t="2566" r="3513" b="6171"/>
            <a:stretch/>
          </p:blipFill>
          <p:spPr>
            <a:xfrm>
              <a:off x="1632312" y="-2407211"/>
              <a:ext cx="1171390" cy="1171389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08DC8AE-5971-AD19-53C6-DDFE59A361F1}"/>
                </a:ext>
              </a:extLst>
            </p:cNvPr>
            <p:cNvSpPr/>
            <p:nvPr/>
          </p:nvSpPr>
          <p:spPr>
            <a:xfrm>
              <a:off x="1921892" y="-1852070"/>
              <a:ext cx="273191" cy="210389"/>
            </a:xfrm>
            <a:prstGeom prst="rect">
              <a:avLst/>
            </a:prstGeom>
            <a:noFill/>
            <a:ln w="76200">
              <a:solidFill>
                <a:srgbClr val="06FD05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70" name="组合 2769">
            <a:extLst>
              <a:ext uri="{FF2B5EF4-FFF2-40B4-BE49-F238E27FC236}">
                <a16:creationId xmlns:a16="http://schemas.microsoft.com/office/drawing/2014/main" id="{51EE2807-957E-0DC3-F91E-7FFE1ED813D5}"/>
              </a:ext>
            </a:extLst>
          </p:cNvPr>
          <p:cNvGrpSpPr/>
          <p:nvPr/>
        </p:nvGrpSpPr>
        <p:grpSpPr>
          <a:xfrm>
            <a:off x="7008335" y="-4320059"/>
            <a:ext cx="3681938" cy="3681942"/>
            <a:chOff x="7584104" y="-2178226"/>
            <a:chExt cx="1171390" cy="1171390"/>
          </a:xfrm>
        </p:grpSpPr>
        <p:pic>
          <p:nvPicPr>
            <p:cNvPr id="24" name="图片 23" descr="图片包含 户外, 建筑, 飞行, 大&#10;&#10;AI 生成的内容可能不正确。">
              <a:extLst>
                <a:ext uri="{FF2B5EF4-FFF2-40B4-BE49-F238E27FC236}">
                  <a16:creationId xmlns:a16="http://schemas.microsoft.com/office/drawing/2014/main" id="{E4837B69-68F0-D8C4-57DA-2BDCFDB3BC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-3000"/>
                      </a14:imgEffect>
                    </a14:imgLayer>
                  </a14:imgProps>
                </a:ext>
              </a:extLst>
            </a:blip>
            <a:srcRect l="27834" r="5526"/>
            <a:stretch/>
          </p:blipFill>
          <p:spPr>
            <a:xfrm>
              <a:off x="7584104" y="-2178226"/>
              <a:ext cx="1171390" cy="1171390"/>
            </a:xfrm>
            <a:prstGeom prst="rect">
              <a:avLst/>
            </a:prstGeom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413BAB1-88BD-848B-7F30-409E2F872A39}"/>
                </a:ext>
              </a:extLst>
            </p:cNvPr>
            <p:cNvSpPr/>
            <p:nvPr/>
          </p:nvSpPr>
          <p:spPr>
            <a:xfrm>
              <a:off x="8184110" y="-1829720"/>
              <a:ext cx="102054" cy="73792"/>
            </a:xfrm>
            <a:prstGeom prst="rect">
              <a:avLst/>
            </a:prstGeom>
            <a:noFill/>
            <a:ln w="76200">
              <a:solidFill>
                <a:srgbClr val="06FD05"/>
              </a:solidFill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6C35E3EC-A3B1-6D15-1E92-8A8C46365B14}"/>
              </a:ext>
            </a:extLst>
          </p:cNvPr>
          <p:cNvGrpSpPr/>
          <p:nvPr/>
        </p:nvGrpSpPr>
        <p:grpSpPr>
          <a:xfrm>
            <a:off x="-6750067" y="412650"/>
            <a:ext cx="17423356" cy="4318199"/>
            <a:chOff x="-7006145" y="-507600"/>
            <a:chExt cx="17423356" cy="4318199"/>
          </a:xfrm>
        </p:grpSpPr>
        <p:sp>
          <p:nvSpPr>
            <p:cNvPr id="2819" name="文本框 2818">
              <a:extLst>
                <a:ext uri="{FF2B5EF4-FFF2-40B4-BE49-F238E27FC236}">
                  <a16:creationId xmlns:a16="http://schemas.microsoft.com/office/drawing/2014/main" id="{8EAB3745-D537-2049-B4FE-5C33F67D91E1}"/>
                </a:ext>
              </a:extLst>
            </p:cNvPr>
            <p:cNvSpPr txBox="1"/>
            <p:nvPr/>
          </p:nvSpPr>
          <p:spPr>
            <a:xfrm rot="16200000">
              <a:off x="-7581263" y="1299830"/>
              <a:ext cx="147340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mAP </a:t>
              </a:r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  <p:sp>
          <p:nvSpPr>
            <p:cNvPr id="2820" name="文本框 2819">
              <a:extLst>
                <a:ext uri="{FF2B5EF4-FFF2-40B4-BE49-F238E27FC236}">
                  <a16:creationId xmlns:a16="http://schemas.microsoft.com/office/drawing/2014/main" id="{B7EE4BF4-A65A-2BF2-AA90-D637B7883F5F}"/>
                </a:ext>
              </a:extLst>
            </p:cNvPr>
            <p:cNvSpPr txBox="1"/>
            <p:nvPr/>
          </p:nvSpPr>
          <p:spPr>
            <a:xfrm rot="16200000">
              <a:off x="-1726784" y="1299830"/>
              <a:ext cx="147340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mAP </a:t>
              </a:r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  <p:sp>
          <p:nvSpPr>
            <p:cNvPr id="2821" name="文本框 2820">
              <a:extLst>
                <a:ext uri="{FF2B5EF4-FFF2-40B4-BE49-F238E27FC236}">
                  <a16:creationId xmlns:a16="http://schemas.microsoft.com/office/drawing/2014/main" id="{4BD16857-23B1-47EA-2803-253EDBE28223}"/>
                </a:ext>
              </a:extLst>
            </p:cNvPr>
            <p:cNvSpPr txBox="1"/>
            <p:nvPr/>
          </p:nvSpPr>
          <p:spPr>
            <a:xfrm rot="16200000">
              <a:off x="4205784" y="1299830"/>
              <a:ext cx="147340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mAP </a:t>
              </a:r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(%)</a:t>
              </a:r>
            </a:p>
          </p:txBody>
        </p:sp>
        <p:sp>
          <p:nvSpPr>
            <p:cNvPr id="2822" name="矩形 2821">
              <a:extLst>
                <a:ext uri="{FF2B5EF4-FFF2-40B4-BE49-F238E27FC236}">
                  <a16:creationId xmlns:a16="http://schemas.microsoft.com/office/drawing/2014/main" id="{99CCB121-03BE-EE4E-4780-B61194A620E3}"/>
                </a:ext>
              </a:extLst>
            </p:cNvPr>
            <p:cNvSpPr/>
            <p:nvPr/>
          </p:nvSpPr>
          <p:spPr>
            <a:xfrm>
              <a:off x="4556148" y="3364412"/>
              <a:ext cx="346216" cy="2612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3" name="文本框 2822">
              <a:extLst>
                <a:ext uri="{FF2B5EF4-FFF2-40B4-BE49-F238E27FC236}">
                  <a16:creationId xmlns:a16="http://schemas.microsoft.com/office/drawing/2014/main" id="{2C809A58-0B47-ED36-12F9-A1206154D504}"/>
                </a:ext>
              </a:extLst>
            </p:cNvPr>
            <p:cNvSpPr txBox="1"/>
            <p:nvPr/>
          </p:nvSpPr>
          <p:spPr>
            <a:xfrm>
              <a:off x="-4729695" y="3487434"/>
              <a:ext cx="147340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Parameters (M)</a:t>
              </a:r>
            </a:p>
          </p:txBody>
        </p:sp>
        <p:sp>
          <p:nvSpPr>
            <p:cNvPr id="2824" name="文本框 2823">
              <a:extLst>
                <a:ext uri="{FF2B5EF4-FFF2-40B4-BE49-F238E27FC236}">
                  <a16:creationId xmlns:a16="http://schemas.microsoft.com/office/drawing/2014/main" id="{5B589E51-8AA0-0FF1-3CB0-DB4214DD25D8}"/>
                </a:ext>
              </a:extLst>
            </p:cNvPr>
            <p:cNvSpPr txBox="1"/>
            <p:nvPr/>
          </p:nvSpPr>
          <p:spPr>
            <a:xfrm>
              <a:off x="7013505" y="3487434"/>
              <a:ext cx="147340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Latency (ms)</a:t>
              </a:r>
            </a:p>
          </p:txBody>
        </p:sp>
        <p:sp>
          <p:nvSpPr>
            <p:cNvPr id="2828" name="文本框 2827">
              <a:extLst>
                <a:ext uri="{FF2B5EF4-FFF2-40B4-BE49-F238E27FC236}">
                  <a16:creationId xmlns:a16="http://schemas.microsoft.com/office/drawing/2014/main" id="{F1EC57A1-8696-A5C5-116A-C0750C7DE6D8}"/>
                </a:ext>
              </a:extLst>
            </p:cNvPr>
            <p:cNvSpPr txBox="1"/>
            <p:nvPr/>
          </p:nvSpPr>
          <p:spPr>
            <a:xfrm>
              <a:off x="1141905" y="3487434"/>
              <a:ext cx="1473401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Flops (G)</a:t>
              </a:r>
            </a:p>
          </p:txBody>
        </p:sp>
        <p:pic>
          <p:nvPicPr>
            <p:cNvPr id="2829" name="图片 2828" descr="图表&#10;&#10;AI 生成的内容可能不正确。">
              <a:extLst>
                <a:ext uri="{FF2B5EF4-FFF2-40B4-BE49-F238E27FC236}">
                  <a16:creationId xmlns:a16="http://schemas.microsoft.com/office/drawing/2014/main" id="{00EFE969-B84A-219A-425B-05584FF11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788400" y="-507600"/>
              <a:ext cx="5334011" cy="3938024"/>
            </a:xfrm>
            <a:prstGeom prst="rect">
              <a:avLst/>
            </a:prstGeom>
          </p:spPr>
        </p:pic>
        <p:pic>
          <p:nvPicPr>
            <p:cNvPr id="2830" name="图片 2829" descr="图表&#10;&#10;AI 生成的内容可能不正确。">
              <a:extLst>
                <a:ext uri="{FF2B5EF4-FFF2-40B4-BE49-F238E27FC236}">
                  <a16:creationId xmlns:a16="http://schemas.microsoft.com/office/drawing/2014/main" id="{9DA35C57-9064-F7C8-F023-D2ABEB83D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6660000" y="-507600"/>
              <a:ext cx="5334011" cy="3938024"/>
            </a:xfrm>
            <a:prstGeom prst="rect">
              <a:avLst/>
            </a:prstGeom>
          </p:spPr>
        </p:pic>
        <p:pic>
          <p:nvPicPr>
            <p:cNvPr id="2831" name="图片 2830" descr="图表, 散点图&#10;&#10;AI 生成的内容可能不正确。">
              <a:extLst>
                <a:ext uri="{FF2B5EF4-FFF2-40B4-BE49-F238E27FC236}">
                  <a16:creationId xmlns:a16="http://schemas.microsoft.com/office/drawing/2014/main" id="{86DF6F40-FE73-D400-CCEE-268BAF2F5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083200" y="-507600"/>
              <a:ext cx="5334011" cy="3938024"/>
            </a:xfrm>
            <a:prstGeom prst="rect">
              <a:avLst/>
            </a:prstGeom>
          </p:spPr>
        </p:pic>
        <p:sp>
          <p:nvSpPr>
            <p:cNvPr id="2832" name="矩形: 单圆角 2831">
              <a:extLst>
                <a:ext uri="{FF2B5EF4-FFF2-40B4-BE49-F238E27FC236}">
                  <a16:creationId xmlns:a16="http://schemas.microsoft.com/office/drawing/2014/main" id="{F0DE5D1F-5198-1986-1D3D-4F660C1FEBDD}"/>
                </a:ext>
              </a:extLst>
            </p:cNvPr>
            <p:cNvSpPr/>
            <p:nvPr/>
          </p:nvSpPr>
          <p:spPr>
            <a:xfrm>
              <a:off x="5608217" y="-410029"/>
              <a:ext cx="1092548" cy="502784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3" name="矩形: 单圆角 2832">
              <a:extLst>
                <a:ext uri="{FF2B5EF4-FFF2-40B4-BE49-F238E27FC236}">
                  <a16:creationId xmlns:a16="http://schemas.microsoft.com/office/drawing/2014/main" id="{59CE47A5-E618-3A2E-93ED-60E5359C45FF}"/>
                </a:ext>
              </a:extLst>
            </p:cNvPr>
            <p:cNvSpPr/>
            <p:nvPr/>
          </p:nvSpPr>
          <p:spPr>
            <a:xfrm>
              <a:off x="5658833" y="-227851"/>
              <a:ext cx="175585" cy="175585"/>
            </a:xfrm>
            <a:prstGeom prst="round1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4" name="等腰三角形 2833">
              <a:extLst>
                <a:ext uri="{FF2B5EF4-FFF2-40B4-BE49-F238E27FC236}">
                  <a16:creationId xmlns:a16="http://schemas.microsoft.com/office/drawing/2014/main" id="{CC74C7AF-94DA-17C4-6CEF-908AAE99D9E3}"/>
                </a:ext>
              </a:extLst>
            </p:cNvPr>
            <p:cNvSpPr/>
            <p:nvPr/>
          </p:nvSpPr>
          <p:spPr>
            <a:xfrm>
              <a:off x="6225073" y="-385314"/>
              <a:ext cx="222769" cy="19204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5" name="矩形: 单圆角 2834">
              <a:extLst>
                <a:ext uri="{FF2B5EF4-FFF2-40B4-BE49-F238E27FC236}">
                  <a16:creationId xmlns:a16="http://schemas.microsoft.com/office/drawing/2014/main" id="{7D18011B-5AC2-BDC1-6F69-AC268B613EC4}"/>
                </a:ext>
              </a:extLst>
            </p:cNvPr>
            <p:cNvSpPr/>
            <p:nvPr/>
          </p:nvSpPr>
          <p:spPr>
            <a:xfrm>
              <a:off x="8443623" y="2651950"/>
              <a:ext cx="237462" cy="402565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6" name="矩形: 单圆角 2835">
              <a:extLst>
                <a:ext uri="{FF2B5EF4-FFF2-40B4-BE49-F238E27FC236}">
                  <a16:creationId xmlns:a16="http://schemas.microsoft.com/office/drawing/2014/main" id="{77179BBE-FD78-9158-B80A-84217D429872}"/>
                </a:ext>
              </a:extLst>
            </p:cNvPr>
            <p:cNvSpPr/>
            <p:nvPr/>
          </p:nvSpPr>
          <p:spPr>
            <a:xfrm>
              <a:off x="8535164" y="2888822"/>
              <a:ext cx="116125" cy="116125"/>
            </a:xfrm>
            <a:prstGeom prst="round1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7" name="等腰三角形 2836">
              <a:extLst>
                <a:ext uri="{FF2B5EF4-FFF2-40B4-BE49-F238E27FC236}">
                  <a16:creationId xmlns:a16="http://schemas.microsoft.com/office/drawing/2014/main" id="{86DBF5F5-B1C1-0C55-339D-4D0BD9E4E2AB}"/>
                </a:ext>
              </a:extLst>
            </p:cNvPr>
            <p:cNvSpPr/>
            <p:nvPr/>
          </p:nvSpPr>
          <p:spPr>
            <a:xfrm>
              <a:off x="8519562" y="2669755"/>
              <a:ext cx="147331" cy="127009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38" name="组合 2837">
              <a:extLst>
                <a:ext uri="{FF2B5EF4-FFF2-40B4-BE49-F238E27FC236}">
                  <a16:creationId xmlns:a16="http://schemas.microsoft.com/office/drawing/2014/main" id="{FAD6E168-C695-B694-8E69-3D504B3124B5}"/>
                </a:ext>
              </a:extLst>
            </p:cNvPr>
            <p:cNvGrpSpPr/>
            <p:nvPr/>
          </p:nvGrpSpPr>
          <p:grpSpPr>
            <a:xfrm>
              <a:off x="-2741387" y="2811381"/>
              <a:ext cx="1533044" cy="276999"/>
              <a:chOff x="-2741387" y="7792194"/>
              <a:chExt cx="1533044" cy="276999"/>
            </a:xfrm>
          </p:grpSpPr>
          <p:sp>
            <p:nvSpPr>
              <p:cNvPr id="2839" name="矩形 2838">
                <a:extLst>
                  <a:ext uri="{FF2B5EF4-FFF2-40B4-BE49-F238E27FC236}">
                    <a16:creationId xmlns:a16="http://schemas.microsoft.com/office/drawing/2014/main" id="{CD81C885-CF1F-6DBF-7B14-7B1A8B3C660E}"/>
                  </a:ext>
                </a:extLst>
              </p:cNvPr>
              <p:cNvSpPr/>
              <p:nvPr/>
            </p:nvSpPr>
            <p:spPr>
              <a:xfrm>
                <a:off x="-2699387" y="7831748"/>
                <a:ext cx="1227364" cy="1978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0" name="文本框 2839">
                <a:extLst>
                  <a:ext uri="{FF2B5EF4-FFF2-40B4-BE49-F238E27FC236}">
                    <a16:creationId xmlns:a16="http://schemas.microsoft.com/office/drawing/2014/main" id="{217D2955-35A0-B38A-A214-BB6536434A63}"/>
                  </a:ext>
                </a:extLst>
              </p:cNvPr>
              <p:cNvSpPr txBox="1"/>
              <p:nvPr/>
            </p:nvSpPr>
            <p:spPr>
              <a:xfrm>
                <a:off x="-2741387" y="7792194"/>
                <a:ext cx="15330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HFTNet (Ours)</a:t>
                </a:r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41" name="组合 2840">
              <a:extLst>
                <a:ext uri="{FF2B5EF4-FFF2-40B4-BE49-F238E27FC236}">
                  <a16:creationId xmlns:a16="http://schemas.microsoft.com/office/drawing/2014/main" id="{28FAA8B8-6CB2-74BE-22CB-638176A893C4}"/>
                </a:ext>
              </a:extLst>
            </p:cNvPr>
            <p:cNvGrpSpPr/>
            <p:nvPr/>
          </p:nvGrpSpPr>
          <p:grpSpPr>
            <a:xfrm>
              <a:off x="3122397" y="2811381"/>
              <a:ext cx="1533044" cy="276999"/>
              <a:chOff x="-2741387" y="7792194"/>
              <a:chExt cx="1533044" cy="276999"/>
            </a:xfrm>
          </p:grpSpPr>
          <p:sp>
            <p:nvSpPr>
              <p:cNvPr id="2842" name="矩形 2841">
                <a:extLst>
                  <a:ext uri="{FF2B5EF4-FFF2-40B4-BE49-F238E27FC236}">
                    <a16:creationId xmlns:a16="http://schemas.microsoft.com/office/drawing/2014/main" id="{0BC7C2A3-A367-91F3-F8E3-AC0D2592116A}"/>
                  </a:ext>
                </a:extLst>
              </p:cNvPr>
              <p:cNvSpPr/>
              <p:nvPr/>
            </p:nvSpPr>
            <p:spPr>
              <a:xfrm>
                <a:off x="-2699387" y="7831748"/>
                <a:ext cx="1227364" cy="1978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3" name="文本框 2842">
                <a:extLst>
                  <a:ext uri="{FF2B5EF4-FFF2-40B4-BE49-F238E27FC236}">
                    <a16:creationId xmlns:a16="http://schemas.microsoft.com/office/drawing/2014/main" id="{0B8A555C-06AD-4A1D-2FE9-76462570227C}"/>
                  </a:ext>
                </a:extLst>
              </p:cNvPr>
              <p:cNvSpPr txBox="1"/>
              <p:nvPr/>
            </p:nvSpPr>
            <p:spPr>
              <a:xfrm>
                <a:off x="-2741387" y="7792194"/>
                <a:ext cx="15330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HFTNet (Ours)</a:t>
                </a:r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44" name="组合 2843">
              <a:extLst>
                <a:ext uri="{FF2B5EF4-FFF2-40B4-BE49-F238E27FC236}">
                  <a16:creationId xmlns:a16="http://schemas.microsoft.com/office/drawing/2014/main" id="{F92F9F24-3806-4C0A-C8EA-C3A443FCFF2D}"/>
                </a:ext>
              </a:extLst>
            </p:cNvPr>
            <p:cNvGrpSpPr/>
            <p:nvPr/>
          </p:nvGrpSpPr>
          <p:grpSpPr>
            <a:xfrm>
              <a:off x="8754835" y="2408132"/>
              <a:ext cx="1533044" cy="276999"/>
              <a:chOff x="-2741387" y="7792194"/>
              <a:chExt cx="1533044" cy="276999"/>
            </a:xfrm>
          </p:grpSpPr>
          <p:sp>
            <p:nvSpPr>
              <p:cNvPr id="2845" name="矩形 2844">
                <a:extLst>
                  <a:ext uri="{FF2B5EF4-FFF2-40B4-BE49-F238E27FC236}">
                    <a16:creationId xmlns:a16="http://schemas.microsoft.com/office/drawing/2014/main" id="{73914189-1F45-0E62-3A3E-C246AEBE3651}"/>
                  </a:ext>
                </a:extLst>
              </p:cNvPr>
              <p:cNvSpPr/>
              <p:nvPr/>
            </p:nvSpPr>
            <p:spPr>
              <a:xfrm>
                <a:off x="-2699387" y="7831748"/>
                <a:ext cx="1227364" cy="1978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034B0719-2069-27B6-C9E4-A58C1339A828}"/>
                  </a:ext>
                </a:extLst>
              </p:cNvPr>
              <p:cNvSpPr txBox="1"/>
              <p:nvPr/>
            </p:nvSpPr>
            <p:spPr>
              <a:xfrm>
                <a:off x="-2741387" y="7792194"/>
                <a:ext cx="15330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HFTNet (Ours)</a:t>
                </a:r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54981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9042</TotalTime>
  <Words>30</Words>
  <Application>Microsoft Office PowerPoint</Application>
  <PresentationFormat>全屏显示(16:9)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Times New Roman</vt:lpstr>
      <vt:lpstr>Arial</vt:lpstr>
      <vt:lpstr>Simple Light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Visuals By dair.ai</dc:title>
  <dc:creator>黄海广</dc:creator>
  <cp:lastModifiedBy>Qian Wan</cp:lastModifiedBy>
  <cp:revision>1067</cp:revision>
  <dcterms:modified xsi:type="dcterms:W3CDTF">2026-10-01T11:58:09Z</dcterms:modified>
</cp:coreProperties>
</file>